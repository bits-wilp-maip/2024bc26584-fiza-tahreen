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4046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Intro: 20 seconds. Name the workflow problem, not the technology. Say "this is a product for seasonal retailers generally — my employer is the seed customer, not the scope."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Stakes first. Do not mention AI yet. The repeated-decision point is what makes this a product opportunity rather than a one-off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scoring sheet asks whether the user feels credible rather than generic. Lead with what would make her abandon the tool — that framing drives every design choice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the rubric asks for by name. The generalisation-from-attributes point is the answer to "why not a rule" — rules cannot handle items with no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"it recommends, a person decides" out loud — it is the governance claim and the trust model in one sentence. The product-not-project split is the point the instructor made in session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Show, do not narrate. Left: a normal recommendation. Right: the same product refusing to guess. Say "that second screen is the product" and stop — it lands harder than explaining it. Five more screens are in the repo: worklist, override capture, outcome tracking, backtest evidence, cluster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baseline before anyone asks for it. The synthetic-data line is the confidentiality answer — volunteer it rather than waiting for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Monetisation was most of session 13. The refusal of per-use pricing is a judgment call, not a default — say that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rubric scores risk maturity separately. Naming a launch blocker — a condition under which you refuse your own product — is what "launch discipline" looks 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decisively — the scoring sheet asks for it. Then hand back with two specific questions; the instructor said his worry is teams going the wrong direction with no chance to course-correct. Asking is what buys the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7D3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C4462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133856" cy="1133856"/>
          </a:xfrm>
          <a:prstGeom prst="ellipse">
            <a:avLst/>
          </a:prstGeom>
          <a:ln w="698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23544" y="2042770"/>
            <a:ext cx="566928" cy="85039"/>
          </a:xfrm>
          <a:prstGeom prst="roundRect">
            <a:avLst>
              <a:gd name="adj" fmla="val 53763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23544" y="2212848"/>
            <a:ext cx="405920" cy="85039"/>
          </a:xfrm>
          <a:prstGeom prst="roundRect">
            <a:avLst>
              <a:gd name="adj" fmla="val 537636"/>
            </a:avLst>
          </a:prstGeom>
          <a:solidFill>
            <a:srgbClr val="E8D5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23544" y="2382926"/>
            <a:ext cx="246047" cy="85039"/>
          </a:xfrm>
          <a:prstGeom prst="roundRect">
            <a:avLst>
              <a:gd name="adj" fmla="val 537636"/>
            </a:avLst>
          </a:prstGeom>
          <a:solidFill>
            <a:srgbClr val="C44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ClearSight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40080" y="3840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how much to discount end-of-season stock — and when.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A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AI-assisted markdown copilot for multi-store seasonal retailers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B0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ZG583  ·  Management of AI Products 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national discount. Three hundred different stores.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E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end of season, planners decide markdown depth and timing in spreadsheets, at national level. Analysing thousands of items across hundreds of stores by hand is not feasible — so one schedule is applied to all of them.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2697480"/>
            <a:ext cx="384048" cy="384048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08760" y="268833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 too early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508760" y="3182112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given away on stock that would have sold closer to full price.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26480" y="237744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46520" y="2697480"/>
            <a:ext cx="384048" cy="384048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4652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95160" y="268833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 too late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995160" y="3182112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clears at or below cost, having eaten store and warehouse space.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434840"/>
            <a:ext cx="10607040" cy="1051560"/>
          </a:xfrm>
          <a:prstGeom prst="roundRect">
            <a:avLst>
              <a:gd name="adj" fmla="val 5217"/>
            </a:avLst>
          </a:prstGeom>
          <a:solidFill>
            <a:srgbClr val="EDE0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51560" y="44348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5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is one of the largest controllable margin levers in seasonal retail — and this decision repeats for every seasonal item, every season.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 has been burned in both directions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4846320" cy="4069080"/>
          </a:xfrm>
          <a:prstGeom prst="roundRect">
            <a:avLst>
              <a:gd name="adj" fmla="val 1798"/>
            </a:avLst>
          </a:prstGeom>
          <a:solidFill>
            <a:srgbClr val="5C22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1560" y="18745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 Merchandise Planner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4069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categories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~2,000 seasonal items a year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stores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exit planning in Excel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to a trading manager for every markdown taken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52160" y="1645920"/>
            <a:ext cx="274320" cy="27432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0936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she needs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09360" y="1984248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defensible reason for each decision, and the ability to say no to the tool.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852160" y="3017520"/>
            <a:ext cx="274320" cy="27432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09360" y="2971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loses her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309360" y="3355848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confidently wrong recommendation she followed and had to explain upward.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852160" y="4389120"/>
            <a:ext cx="274320" cy="27432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09360" y="4343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that matters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09360" y="4727448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cost is asymmetric. Over-discounting a winner loses margin now; holding a loser clogs stores. The design has to respect both.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just a better rule?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6070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5727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markdown schedule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069080" y="1572768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stores behave alike. Weather, demographics and local competition say otherwise.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10607040" cy="731520"/>
          </a:xfrm>
          <a:prstGeom prst="roundRect">
            <a:avLst>
              <a:gd name="adj" fmla="val 6250"/>
            </a:avLst>
          </a:prstGeom>
          <a:solidFill>
            <a:srgbClr val="F1E7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2423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Sell-through rules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069080" y="242316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need history. Private-label seasonal ranges are substantially new each year.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273552"/>
            <a:ext cx="106070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327355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/ BI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069080" y="327355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what happened. Cannot estimate what happens under a 20% cut now vs 35% in three weeks.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123944"/>
            <a:ext cx="10607040" cy="731520"/>
          </a:xfrm>
          <a:prstGeom prst="roundRect">
            <a:avLst>
              <a:gd name="adj" fmla="val 6250"/>
            </a:avLst>
          </a:prstGeom>
          <a:solidFill>
            <a:srgbClr val="F1E7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412394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analysts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069080" y="4123944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volume is the problem. People do not scale, and do not make the decision consistent.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10607040" cy="914400"/>
          </a:xfrm>
          <a:prstGeom prst="roundRect">
            <a:avLst>
              <a:gd name="adj" fmla="val 6000"/>
            </a:avLst>
          </a:prstGeom>
          <a:solidFill>
            <a:srgbClr val="5C22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51560" y="512064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task: predict residual sell-through per store cluster at candidate price points — generalising from product attributes where direct history does not exist.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recommends. A person decides.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items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5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risk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514600" y="1572768"/>
            <a:ext cx="2651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E5B62"/>
                </a:solidFill>
              </a:rPr>
              <a:t>→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79776" y="1572768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79776" y="1572768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5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cluster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654296" y="1572768"/>
            <a:ext cx="2651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E5B62"/>
                </a:solidFill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919472" y="1572768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19472" y="1572768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5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+ timing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793992" y="1572768"/>
            <a:ext cx="2651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E5B62"/>
                </a:solidFill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059168" y="1572768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059168" y="1572768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5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933688" y="1572768"/>
            <a:ext cx="2651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E5B62"/>
                </a:solidFill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198864" y="1572768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C4462F"/>
          </a:solidFill>
          <a:ln/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98864" y="1572768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or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309067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repricing. Below a confidence threshold, ClearSight shows no recommendation at all — and says why.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3703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— deliberately narrow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0080" y="416052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6E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category, one exit window, one market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6E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worklist, projected sell-through, confidence band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6E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adjust / reject with a reason code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00800" y="3703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Product, not project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00800" y="416052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6E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Core: forecasting, ranking, confidence routing, override capture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6E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Customisation: category taxonomy, store clusters, integration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6E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cost spreads across customers, not carried by the first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PLANNER SEES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 — and not confident</a:t>
            </a:r>
            <a:endParaRPr lang="en-US" sz="3400" dirty="0"/>
          </a:p>
        </p:txBody>
      </p:sp>
      <p:pic>
        <p:nvPicPr>
          <p:cNvPr id="4" name="Image 0" descr="/home/claude/wf/slide/02_item_detail_high_confidence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17904"/>
            <a:ext cx="5394960" cy="3995928"/>
          </a:xfrm>
          <a:prstGeom prst="rect">
            <a:avLst/>
          </a:prstGeom>
        </p:spPr>
      </p:pic>
      <p:pic>
        <p:nvPicPr>
          <p:cNvPr id="5" name="Image 1" descr="/home/claude/wf/slide/03_low_confidence_abstain_h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1517904"/>
            <a:ext cx="5394960" cy="339242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66928" y="559612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recommendation, its confidence, and the alternatives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66928" y="588873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planner can approve, adjust, or reject — each one click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6199632" y="50292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screen when the model lacks signal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199632" y="532180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recommendation at all — and it says why. The decision stays with her, with the evidence still shown.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6199632" y="588873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5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second screen is the product.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Beat the current rule — or stop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7556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task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19456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+ recommendation: residual sell-through per store cluster at candidate price points, generalised from product attributes and analogue lines.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55448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766560" y="17556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baseline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766560" y="219456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retailer’s own flat markdown schedule, plus last-season analogue matching. If the model cannot beat both on held-out seasons, it does not ship.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10607040" cy="594360"/>
          </a:xfrm>
          <a:prstGeom prst="roundRect">
            <a:avLst>
              <a:gd name="adj" fmla="val 7692"/>
            </a:avLst>
          </a:prstGeom>
          <a:solidFill>
            <a:srgbClr val="F1E7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36576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337560" y="36576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error by cluster · calibration of the confidence signal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370832"/>
            <a:ext cx="10607040" cy="594360"/>
          </a:xfrm>
          <a:prstGeom prst="roundRect">
            <a:avLst>
              <a:gd name="adj" fmla="val 7692"/>
            </a:avLst>
          </a:prstGeom>
          <a:solidFill>
            <a:srgbClr val="EDE0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437083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337560" y="4370832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recovered vs baseline · terminal stock share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84064"/>
            <a:ext cx="10607040" cy="594360"/>
          </a:xfrm>
          <a:prstGeom prst="roundRect">
            <a:avLst>
              <a:gd name="adj" fmla="val 7692"/>
            </a:avLst>
          </a:prstGeom>
          <a:solidFill>
            <a:srgbClr val="F1E7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0120" y="5084064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337560" y="5084064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rate and reasons · high-confidence recommendations that went wrong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8978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data: synthetic or public multi-store retail data only. No confidential employer data — workflow knowledge is context, not input.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Priced on margin recovered — not per recommendation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7830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Annual platform fee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banner, plus a per-category fee — sized as a clear fraction of conservatively estimated margin recovered.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0" y="155448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5C22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766560" y="17830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per recommendation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766560" y="228600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billing creates cost anxiety — and would suppress exactly the careful review behaviour the product depends on.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shape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" y="4343400"/>
            <a:ext cx="10607040" cy="621792"/>
          </a:xfrm>
          <a:prstGeom prst="roundRect">
            <a:avLst>
              <a:gd name="adj" fmla="val 7353"/>
            </a:avLst>
          </a:prstGeom>
          <a:solidFill>
            <a:srgbClr val="F1E7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434340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434340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and data pipeline — scales with catalogue size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5093208"/>
            <a:ext cx="10607040" cy="621792"/>
          </a:xfrm>
          <a:prstGeom prst="roundRect">
            <a:avLst>
              <a:gd name="adj" fmla="val 7353"/>
            </a:avLst>
          </a:prstGeom>
          <a:solidFill>
            <a:srgbClr val="EDE0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0120" y="509320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per customer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5093208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clustering setup, integration, planner onboarding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go wrong — and what stops 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60704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700784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Confidently wrong at scale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51960" y="1682496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high-confidence recommendation the planner trusted and should not have. The failure mode that ends the product.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412480" y="1719072"/>
            <a:ext cx="2697480" cy="1005840"/>
          </a:xfrm>
          <a:prstGeom prst="roundRect">
            <a:avLst>
              <a:gd name="adj" fmla="val 4545"/>
            </a:avLst>
          </a:prstGeom>
          <a:solidFill>
            <a:srgbClr val="F7E8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49640" y="1755648"/>
            <a:ext cx="2423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thresholds · mandatory manual routing below them · no automatic price execution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3054096"/>
            <a:ext cx="1060704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0120" y="3182112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Rubber-stamping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51960" y="3163824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every recommendation is accepted, the human-in-the-loop control is nominal.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412480" y="3200400"/>
            <a:ext cx="2697480" cy="1005840"/>
          </a:xfrm>
          <a:prstGeom prst="roundRect">
            <a:avLst>
              <a:gd name="adj" fmla="val 4545"/>
            </a:avLst>
          </a:prstGeom>
          <a:solidFill>
            <a:srgbClr val="F7E8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549640" y="3236976"/>
            <a:ext cx="2423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rate monitored as a health signal with a ceiling — not maximised · reason capture on every override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4535424"/>
            <a:ext cx="1060704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0120" y="466344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loops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51960" y="4645152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season one, the model observes outcomes of prices it influenced. Naive retraining bakes in its own errors.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412480" y="4681728"/>
            <a:ext cx="2697480" cy="1005840"/>
          </a:xfrm>
          <a:prstGeom prst="roundRect">
            <a:avLst>
              <a:gd name="adj" fmla="val 4545"/>
            </a:avLst>
          </a:prstGeom>
          <a:solidFill>
            <a:srgbClr val="F7E8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49640" y="4718304"/>
            <a:ext cx="2423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categories retained · drift monitoring from pilot onwards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080" y="60350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5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blocker: if expected loss from high-confidence wrong recommendations exceeds expected gain from the rest, it stays in pilot.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5C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4206240" cy="4206240"/>
          </a:xfrm>
          <a:prstGeom prst="ellipse">
            <a:avLst/>
          </a:prstGeom>
          <a:solidFill>
            <a:srgbClr val="7D3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— then a hard gate before anything else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7D3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" y="2029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2450592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against historical seasons. No interface.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336499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 ·  Beat the flat rule — or stop here.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79392" y="182880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7D3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0" y="2029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2450592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MVP in shadow mode. Decisions not applied.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336499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 ·  Planners engage and give real override reasons.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18704" y="182880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7D3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11312" y="2029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11312" y="2450592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pilot, one category, matched control group.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11312" y="336499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 ·  Margin outcome vs control. No high-value failures.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4343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0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backtest that cannot beat a flat schedule ends the project. That is a finding, not a failure.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983480"/>
            <a:ext cx="10607040" cy="1143000"/>
          </a:xfrm>
          <a:prstGeom prst="roundRect">
            <a:avLst>
              <a:gd name="adj" fmla="val 4800"/>
            </a:avLst>
          </a:prstGeom>
          <a:solidFill>
            <a:srgbClr val="C44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51560" y="5120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 would value feedback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51560" y="54681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B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store-cluster wedge narrow enough for one capstone?  ·  Does outcome-anchored pricing hold up without live retailer data?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1348</Words>
  <Application>Microsoft Macintosh PowerPoint</Application>
  <PresentationFormat>Widescreen</PresentationFormat>
  <Paragraphs>142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Fiza Tahreen</cp:lastModifiedBy>
  <cp:revision>2</cp:revision>
  <dcterms:created xsi:type="dcterms:W3CDTF">2026-08-08T07:33:23Z</dcterms:created>
  <dcterms:modified xsi:type="dcterms:W3CDTF">2026-08-08T08:49:36Z</dcterms:modified>
</cp:coreProperties>
</file>